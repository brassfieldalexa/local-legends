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40080"/>
            <a:ext cx="1115568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914400"/>
            <a:ext cx="1097280" cy="1097280"/>
          </a:xfrm>
          <a:prstGeom prst="ellipse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914400"/>
            <a:ext cx="914400" cy="914400"/>
          </a:xfrm>
          <a:prstGeom prst="ellipse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4846320"/>
            <a:ext cx="822960" cy="82296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4754880"/>
            <a:ext cx="731520" cy="731520"/>
          </a:xfrm>
          <a:prstGeom prst="ellipse">
            <a:avLst/>
          </a:prstGeom>
          <a:solidFill>
            <a:srgbClr val="B43232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8365D"/>
                </a:solidFill>
              </a:rPr>
              <a:t>Local Legends</a:t>
            </a:r>
          </a:p>
          <a:p>
            <a:pPr algn="ctr"/>
            <a:r>
              <a:rPr sz="2400" b="1">
                <a:solidFill>
                  <a:srgbClr val="228B22"/>
                </a:solidFill>
              </a:rPr>
              <a:t>Yard Business Starter Kit</a:t>
            </a:r>
          </a:p>
          <a:p>
            <a:pPr algn="ctr"/>
            <a:r>
              <a:rPr sz="1800">
                <a:solidFill>
                  <a:srgbClr val="212529"/>
                </a:solidFill>
              </a:rPr>
              <a:t>Organization • Design • Advertising •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291840"/>
            <a:ext cx="8412480" cy="1554480"/>
          </a:xfrm>
          <a:prstGeom prst="roundRect">
            <a:avLst/>
          </a:prstGeom>
          <a:solidFill>
            <a:srgbClr val="F5FAF5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520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28B22"/>
                </a:solidFill>
              </a:rPr>
              <a:t>Big idea: start small, stay safe, and look professional.</a:t>
            </a:r>
          </a:p>
          <a:p>
            <a:pPr algn="ctr"/>
            <a:r>
              <a:rPr sz="1600">
                <a:solidFill>
                  <a:srgbClr val="212529"/>
                </a:solidFill>
              </a:rPr>
              <a:t>Best jobs for your ages: front yard cleanup, leaf pickup, watering plants, pet help, and simple painting touch-ups with parent permission.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Local Legends | Kid-friendly business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1. Mission + Family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Keep this slide first when you present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Help neighbors with simple outdoor jobs.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Do quality work, be polite, and leave every yard better than we found it.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Save money for goals while learning teamwork and responsibility.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43232"/>
                </a:solidFill>
              </a:rPr>
              <a:t>Our Limits &amp; Safety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No backyard work unless Mom or Dad are supervising.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No power tools unless a parent says yes and is present.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Only take dog jobs for friendly dogs with owner permission.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No jobs that feel unsafe, too heavy, or too far from home.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Always wear gloves, sunscreen, water bottle, and closed-toe shoes.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2. Team Jobs by 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Use this to stay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</a:rPr>
              <a:t>Ages 7 &amp;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286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Hand out flyers with a parent.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Pull light weeds and bag yard waste.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Pick up sticks, pinecones, and leaves.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Water flowers with a light watering can.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Smile, wave, and say thank you to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1887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AB308"/>
                </a:solidFill>
              </a:rPr>
              <a:t>Age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2286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Lead weeding and raking.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Help with pricing sheet and checklist.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Take before-and-after photos with parent permission.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Help wash brushes and clean supplies.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Age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2286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Talk with customers and explain services.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Handle the work plan for each job.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Do mowing or painting only with parent permission and supervision.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Keep the cash box and notebook accurate.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097280"/>
            <a:ext cx="26060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18872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43232"/>
                </a:solidFill>
              </a:rPr>
              <a:t>Parent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00200"/>
            <a:ext cx="2148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Approve every job.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Supervise backyard work and power tools.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Help decide safe dog jobs and routes.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Keep contact info and payment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3. Service Menu + Starter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Simple prices are easiest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74903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8365D"/>
                </a:solidFill>
              </a:rPr>
              <a:t>Good Starter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9183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Front-yard tidy-up: leaf pickup, stick pickup, light weeding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Plant watering while neighbors are away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Dog walking or dog play visits for approved pets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Mailbox or trash can bring-in / set-out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Simple fence or planter painting touch-ups with adult help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Easy Price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3200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Small 20-minute job: $10–$15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Bigger 45-minute job: $20–$30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Weekly plant watering: $5–$10 per visit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Dog walk/play visit: $10–$15 with parent approval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Set prices after you look at the yard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AB308"/>
                </a:solidFill>
              </a:rPr>
              <a:t>Extras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Offer a “neighbor discount” for repeat customers.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Bundle 2 jobs together, like weeding + watering.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Use a handwritten receipt book or notebook.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These prices are suggestions only — a parent should approve final prices.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4. Brand Design for Local Legends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Keep it fun and easy to recognize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Brand 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Colors: dark blue + bright green + gold accent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Logo idea: a shield, leaf, or star with a rake or mower line art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Tagline idea: “Small Team. Big Help.”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80160"/>
            <a:ext cx="3200400" cy="438912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440680" y="2011680"/>
            <a:ext cx="1280160" cy="914400"/>
          </a:xfrm>
          <a:prstGeom prst="chevron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4754880" y="1828800"/>
            <a:ext cx="731520" cy="731520"/>
          </a:xfrm>
          <a:prstGeom prst="star5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154680"/>
            <a:ext cx="2743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8365D"/>
                </a:solidFill>
              </a:rPr>
              <a:t>LOCAL
LEGENDS</a:t>
            </a:r>
          </a:p>
          <a:p>
            <a:pPr algn="ctr"/>
            <a:r>
              <a:rPr sz="1300">
                <a:solidFill>
                  <a:srgbClr val="228B22"/>
                </a:solidFill>
              </a:rPr>
              <a:t>Small Team. Big Help.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188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</a:rPr>
              <a:t>Design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Use one big title, one short promise, and a phone number handled by a parent.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Add 3–5 services only, so the flyer looks clean.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Use before-and-after photos later after you get permission.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5. Flyer / Door Hanger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You can copy this onto paper or a poster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014984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9418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18365D"/>
                </a:solidFill>
              </a:rPr>
              <a:t>LOCAL LEGENDS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8B22"/>
                </a:solidFill>
              </a:rPr>
              <a:t>Small Team. Big Help.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12529"/>
                </a:solidFill>
              </a:rPr>
              <a:t>Need help with simple outdoor jobs? We can help with front-yard cleanup, light weeding, plant watering, leaf pickup, trash can help, and approved pet help.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B43232"/>
                </a:solidFill>
              </a:rPr>
              <a:t>Safe family rules: No backyard work or power tools unless a parent is supervising.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12529"/>
                </a:solidFill>
              </a:rPr>
              <a:t>Ask us for a free look at the job! Parent contact: 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6. Advertising Plan on a Tiny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Start with free or cheap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Free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200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Tell neighbors in person with a parent nearby.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Post on a neighborhood board or parent-managed social post.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Ask happy customers to tell one neighbor.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188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AB308"/>
                </a:solidFill>
              </a:rPr>
              <a:t>Cheap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Make 20–30 simple flyers on colored paper.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Use poster board for one yard sign after each job.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Offer a punch card: 5 small jobs = 1 mini task free.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1887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</a:rPr>
              <a:t>Best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3200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Fast, friendly help from hardworking local kids.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Safe family rules and parent-approved jobs.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Clean results and kind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7. Supplies +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Only buy what helps you do the job well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8365D"/>
                </a:solidFill>
              </a:rPr>
              <a:t>Supplies to Gather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Gloves, trash bags, small rake, hand trowel, watering can, broom, dustpan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Notebook or clipboard, pencils, receipts, and simple thank-you cards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Bright shirts or matching hats so you look like 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Very Simple Budget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846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Flyers or paper: $5–$10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Gloves and bags: $10–$20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Poster board sign: $5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Goal: earn back supplies from the first 2–4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8. Customer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Use the same steps every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8B22"/>
                </a:solidFill>
              </a:rPr>
              <a:t>1. Ask</a:t>
            </a:r>
          </a:p>
          <a:p>
            <a:r>
              <a:rPr sz="1600">
                <a:solidFill>
                  <a:srgbClr val="212529"/>
                </a:solidFill>
              </a:rPr>
              <a:t>Parent approves the job and the 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15087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8B22"/>
                </a:solidFill>
              </a:rPr>
              <a:t>2. Look</a:t>
            </a:r>
          </a:p>
          <a:p>
            <a:r>
              <a:rPr sz="1600">
                <a:solidFill>
                  <a:srgbClr val="212529"/>
                </a:solidFill>
              </a:rPr>
              <a:t>Check the yard or task and agree on the price.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5087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8B22"/>
                </a:solidFill>
              </a:rPr>
              <a:t>3. Plan</a:t>
            </a:r>
          </a:p>
          <a:p>
            <a:r>
              <a:rPr sz="1600">
                <a:solidFill>
                  <a:srgbClr val="212529"/>
                </a:solidFill>
              </a:rPr>
              <a:t>Assign jobs by age and collect supplies.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0332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8B22"/>
                </a:solidFill>
              </a:rPr>
              <a:t>4. Do</a:t>
            </a:r>
          </a:p>
          <a:p>
            <a:r>
              <a:rPr sz="1600">
                <a:solidFill>
                  <a:srgbClr val="212529"/>
                </a:solidFill>
              </a:rPr>
              <a:t>Work safely, politely, and stay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370332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8B22"/>
                </a:solidFill>
              </a:rPr>
              <a:t>5. Finish</a:t>
            </a:r>
          </a:p>
          <a:p>
            <a:r>
              <a:rPr sz="1600">
                <a:solidFill>
                  <a:srgbClr val="212529"/>
                </a:solidFill>
              </a:rPr>
              <a:t>Take a final look and ask if the customer is happy.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70332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8B22"/>
                </a:solidFill>
              </a:rPr>
              <a:t>6. Thank</a:t>
            </a:r>
          </a:p>
          <a:p>
            <a:r>
              <a:rPr sz="1600">
                <a:solidFill>
                  <a:srgbClr val="212529"/>
                </a:solidFill>
              </a:rPr>
              <a:t>Say thank you and write the payment in the notebook.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Editable starter kit for a kid-run business idea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365D"/>
          </a:solidFill>
          <a:ln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9. Your Next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E6F0"/>
                </a:solidFill>
              </a:rPr>
              <a:t>Ready to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9875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8B22"/>
                </a:solidFill>
              </a:rPr>
              <a:t>Do These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9418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Pick your top 3 services and your starting prices.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Ask a parent to fill in the contact line on the flyer.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Print or copy the flyer onto bright paper.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Pick one practice yard at home and make a before-and-after checklist.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Talk to 5 nearby neighbors and ask for your first small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8365D"/>
                </a:solidFill>
              </a:rPr>
              <a:t>Legend status starts with one great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46E"/>
                </a:solidFill>
              </a:rPr>
              <a:t>Made as an editable PowerPoint starter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